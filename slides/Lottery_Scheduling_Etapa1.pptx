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CPU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B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A0-409E-953E-8A742CB3E474}"/>
              </c:ext>
            </c:extLst>
          </c:dPt>
          <c:dPt>
            <c:idx val="1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A0-409E-953E-8A742CB3E47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1116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A0-409E-953E-8A742CB3E47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1116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EA0-409E-953E-8A742CB3E47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Processo A (75)</c:v>
                </c:pt>
                <c:pt idx="1">
                  <c:v>Processo B (25)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A0-409E-953E-8A742CB3E4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E111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E6EDF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E11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595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Apresentar o tema (Lottery Scheduling + settickets) e 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1: vários processos disputam a CPU e o escalonador decide quem executa e por quanto tempo. Tradicionais focam em desempenho. Round Robin dá quantum fixo e alterna circularmente. Prioridade roda os de maior prioridade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2: render vs backup, idealmente render usa 3x mais CPU. RR divide igual e não permite isso. Prioridade é controle absoluto (ordem, não quantidade) e ainda causa starvation. Falta controle fino sobre a fração de CPU — daí outra abordagem.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3: tema é o Lottery Scheduling, de 1994 (Waldspurger e Weihl). Compartilhamento proporcional: CPU conforme importância. A 2x mais importante que B roda ~o dobro. Importa a proporção, não o número de processos. O nome vem do sorteio.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4: importância é representada por bilhetes. 100 bilhetes, A=75 → 75%, B=25 → 25%. São relativos, mudam com o total. Moeda de bilhetes: cada usuário divide a própria fatia internamente (Maria e Paulo) sem afetar os outros.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5: o sistema decide por sorteio. A cada quantum sorteia um bilhete; quem tem mais bilhetes ganha mais vezes. É leve (sem histórico), evita starvation e é responsivo. O sorteio cai dentro da fatia proporcional de cada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6: é probabilisticamente justo. p = t/T por sorteio; após n rodadas espera-se n·p vitórias. Curto prazo varia, mas o erro cai ~1/raiz(n) e estabiliza. O artigo mediu 2,01:1. Limitação: quem não usa o quantum todo consome menos — corrigido com bilhetes de compensação.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7: quem decide os bilhetes é o processo, via syscall settickets(int). Ex.: settickets(30) e o kernel atualiza, valendo no próximo sorteio. Sem ela, todos ficam com o padrão e o Lottery vira Round Robin. Ela liga a intenção do processo ao sorteio.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8: xv6 usa RR por padrão. Três mudanças: (1) campo de bilhetes na struct do processo; (2) escalonador soma bilhetes, sorteia e escolhe pela soma acumulada; (3) fork faz o filho herdar os bilhetes do pai. Depois, registrar a syscall settickets e criar um programa de teste. Núcleo do algoritmo, sem compensação.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9: comparando RR, prioridade e Lottery em divisão de CPU, granularidade e starvation. RR é justo e sem starvation, mas trata todos igual. Prioridade diferencia, mas grosseiramente e com risco de starvation. Lottery junta o melhor: justiça, sem starvation e proporção suave (ex. 70/30). O artigo critica a arbitrariedade das prioridades.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10: útil em sistemas com requisições de importâncias diferentes. Servidores/bancos: mais CPU a clientes premium via bilhetes. Multimídia: controlar frame rate (vídeo em foco vs. fundo). Além da CPU: I/O, memória, travas, banda de rede — qualquer recurso disputado.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recapitular que o Lottery dá controle proporcional e sem starvation, e que a settickets liga o processo ao escalonador. Encerrar com os créditos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./lottery_scheduler --start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1965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Scheduling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Escalonamento por loteria  </a:t>
            </a:r>
            <a:r>
              <a:rPr lang="en-US" sz="24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syscall </a:t>
            </a:r>
            <a:r>
              <a:rPr lang="en-US" sz="2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settickets(int)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GBC045 — Sistemas Operacionais · FACOM/UFU · Etapa 1: Fundamentação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Daniel – 12411BSI201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Eduarda Paulino – 12421BCC077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Gustavo Martins – 12421BCC103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João Arthur – 12421BCC069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Pedro </a:t>
            </a:r>
            <a:r>
              <a:rPr lang="en-US" sz="1500" i="1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Luyd</a:t>
            </a: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12421BCC041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escalonador e os modelos tradicionais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868680" cy="868680"/>
          </a:xfrm>
          <a:prstGeom prst="ellipse">
            <a:avLst/>
          </a:prstGeom>
          <a:solidFill>
            <a:srgbClr val="2DD4B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214609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745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processos disputam a CPU; o escalonador decide quem executa e por quanto tempo.</a:t>
            </a:r>
            <a:endParaRPr lang="en-US" sz="18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Escalonadores tradicionais focam em desempenho — tempo de resposta e throughput.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6118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processo recebe um quantum fixo.</a:t>
            </a:r>
            <a:endParaRPr lang="en-US" sz="15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CPU alterna entre eles de forma circular.</a:t>
            </a:r>
            <a:endParaRPr lang="en-US" sz="15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terminar, o processo volta para a fila.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17920" y="36118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49224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prioridade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92240" y="4343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 maior prioridade executam primeiro.</a:t>
            </a:r>
            <a:endParaRPr lang="en-US" sz="15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ordem de execução entre eles.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controle fino sobre a fração de CPU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F5B82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202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</a:t>
            </a: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deveria usar ~3× mais CPU que um backup.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29718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7033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 tempo igualmente.</a:t>
            </a:r>
            <a:endParaRPr lang="en-US" sz="1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permite dar 3× a um processo.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43400" y="297180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prioridade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72000" y="3703320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absoluto: define quem vem antes, não quanto cada um usa.</a:t>
            </a:r>
            <a:endParaRPr lang="en-US" sz="1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prioridade pode sofrer starvation.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046720" y="297180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1E25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27532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lacuna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75320" y="37033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modelo controla a fração exata de CPU de cada processo.</a:t>
            </a:r>
            <a:endParaRPr lang="en-US" sz="15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motiva outra abordagem.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Scheduling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960120" cy="960120"/>
          </a:xfrm>
          <a:prstGeom prst="ellipse">
            <a:avLst/>
          </a:prstGeom>
          <a:solidFill>
            <a:srgbClr val="F5B82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" y="2261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965960"/>
            <a:ext cx="9509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Proposto em 1994 por Waldspurger &amp; Weihl.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Escalonador de compartilhamento proporcional: cada processo recebe CPU conforme sua importância.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é 2× mais importante que B, executa cerca do dobro do tempo.</a:t>
            </a:r>
            <a:endParaRPr lang="en-US" sz="19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importa é a proporção entre processos, não a quantidade deles.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5120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nome “loteria” vem do mecanismo de sorteio usado para alcançar isso.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BILHETES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importância vira bilhetes (tickets)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processo recebe tickets que definem sua fração de CPU.</a:t>
            </a:r>
            <a:endParaRPr lang="en-US" sz="17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100 bilhetes: A com 75 → 75% da CPU; B com 25 → 25%.</a:t>
            </a:r>
            <a:endParaRPr lang="en-US" sz="17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 são relativos: o valor depende do total no sistema e muda quando novos processos entram.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6400800" cy="1691640"/>
          </a:xfrm>
          <a:prstGeom prst="roundRect">
            <a:avLst>
              <a:gd name="adj" fmla="val 6486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5852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 de bilhetes  </a:t>
            </a: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usuário divide a própria fatia sem afetar os outros. Ex.: Maria distribui seus 100 bilhetes entre os processos dela; Paulo faz o mesmo com os seus.</a:t>
            </a:r>
            <a:endParaRPr lang="en-US" sz="14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7498080" y="2103120"/>
          <a:ext cx="4206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SORTEIO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executa? É sorteado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quantum, um bilhete aleatório é escolhido e o processo dono dele usa a CPU.</a:t>
            </a:r>
            <a:endParaRPr lang="en-US" sz="17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mais bilhetes é selecionado com mais frequência.</a:t>
            </a:r>
            <a:endParaRPr lang="en-US" sz="17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Leve: não exige histórico, só a contagem de bilhetes e um número pseudoaleatório.</a:t>
            </a:r>
            <a:endParaRPr lang="en-US" sz="17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starvation e é responsivo a mudanças na distribuição.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7360920" cy="868680"/>
          </a:xfrm>
          <a:prstGeom prst="roundRect">
            <a:avLst>
              <a:gd name="adj" fmla="val 6316"/>
            </a:avLst>
          </a:prstGeom>
          <a:solidFill>
            <a:srgbClr val="F5B8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8183880" y="4572000"/>
            <a:ext cx="3154680" cy="868680"/>
          </a:xfrm>
          <a:prstGeom prst="roundRect">
            <a:avLst>
              <a:gd name="adj" fmla="val 6316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7360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 — 70 bilhetes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3880" y="45720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06540" y="4160520"/>
            <a:ext cx="0" cy="1371600"/>
          </a:xfrm>
          <a:prstGeom prst="line">
            <a:avLst/>
          </a:prstGeom>
          <a:noFill/>
          <a:ln w="25400">
            <a:solidFill>
              <a:srgbClr val="E6EDF3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326380" y="3858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número sorteado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MATEMÁTICA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 probabilística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68680" cy="868680"/>
          </a:xfrm>
          <a:prstGeom prst="ellipse">
            <a:avLst/>
          </a:prstGeom>
          <a:solidFill>
            <a:srgbClr val="2DD4B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2191817"/>
            <a:ext cx="416966" cy="41696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783080" y="1874520"/>
            <a:ext cx="4572000" cy="1417320"/>
          </a:xfrm>
          <a:prstGeom prst="roundRect">
            <a:avLst>
              <a:gd name="adj" fmla="val 7742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2011680" y="2057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t / T</a:t>
            </a:r>
            <a:endParaRPr lang="en-US" sz="22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de um processo com t bilhetes vencer cada sorteio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583680" y="1874520"/>
            <a:ext cx="4937760" cy="1417320"/>
          </a:xfrm>
          <a:prstGeom prst="roundRect">
            <a:avLst>
              <a:gd name="adj" fmla="val 7742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6812280" y="20574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B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E[vitórias] = n · p</a:t>
            </a:r>
            <a:endParaRPr lang="en-US" sz="22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n sorteios; erro relativo cai como 1/√n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curto prazo há variação; com muitos sorteios a proporção se estabiliza.</a:t>
            </a:r>
            <a:endParaRPr lang="en-US" sz="170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o artigo de 1994 mediu uma razão de 2,01 : 1 em vez de 2 : 1.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1E25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</a:t>
            </a: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que não usam o quantum inteiro consomem menos CPU — corrigido com </a:t>
            </a:r>
            <a:r>
              <a:rPr lang="en-US" sz="15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 de compensação</a:t>
            </a:r>
            <a:r>
              <a:rPr lang="en-US" sz="15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ajustam temporariamente suas chances.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SYSCALL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settickets(int)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868680" cy="868680"/>
          </a:xfrm>
          <a:prstGeom prst="ellipse">
            <a:avLst/>
          </a:prstGeom>
          <a:solidFill>
            <a:srgbClr val="F5B82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219181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92024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próprio processo que decide quantos bilhetes quer, via uma chamada de sistema.</a:t>
            </a:r>
            <a:endParaRPr lang="en-US" sz="17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um inteiro; o kernel atualiza o valor, já valendo no próximo sorteio.</a:t>
            </a:r>
            <a:endParaRPr lang="en-US" sz="17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7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 intenção do processo (uso de CPU) ao sorteio do escalonador no xv6.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0A0D12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914400" y="45262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processo pede 30 bilhetes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settickets(30);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kernel atualiza → vale no próximo sorteio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0" y="429768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1E25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8028432" y="45262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 settickets: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processos ficam com o número padrão de bilhetes e o Lottery se comporta como um Round Robin.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xv6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implementação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xv6 usa Round Robin por padrão. Para virar loteria, 3 mudanças principais + a syscall: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do processo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 campo de bilhetes para o escalonador saber quantos cada processo tem.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44568" y="224028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73168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773168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escalonador (proc.c)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73168" y="3611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rodar o primeiro pronto em ordem circular: somar os bilhetes, sortear um número no total e escolher o processo onde a soma acumulada alcança o sorteado.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49056" y="2240280"/>
            <a:ext cx="3611880" cy="2606040"/>
          </a:xfrm>
          <a:prstGeom prst="roundRect">
            <a:avLst>
              <a:gd name="adj" fmla="val 4211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677656" y="24231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B8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677656" y="31089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77656" y="3611880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filho herda o número de bilhetes do pai, mantendo a proporcionalidade configurada.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530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2303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</a:t>
            </a: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a syscall </a:t>
            </a:r>
            <a:r>
              <a:rPr lang="en-US" sz="14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settickets</a:t>
            </a: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nos arquivos do kernel e criar um programa de usuário para testar. Implementamos o núcleo do algoritmo — sem os bilhetes de compensação.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COMPARAÇÃO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× Prioridade × Lottery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2697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B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B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5B8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Lottery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Divisão de CPU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Igual para todos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ordem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Proporcional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Granularidade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Grosseira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 e suave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Starvation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C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50" b="1" dirty="0">
                          <a:solidFill>
                            <a:srgbClr val="2DD4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0E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983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</a:t>
            </a: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artigo critica a arbitrariedade e a baixa granularidade das prioridades; o Lottery torna a fatia de CPU diretamente proporcional aos bilhetes — ex.: 70% / 30%.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APLICAÇÕES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Lottery é útil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2240280"/>
            <a:ext cx="822960" cy="822960"/>
          </a:xfrm>
          <a:prstGeom prst="ellipse">
            <a:avLst/>
          </a:prstGeom>
          <a:solidFill>
            <a:srgbClr val="F5B82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542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 bancos de dados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CPU para clientes mais importantes (ex.: planos premium) — basta dar mais bilhetes, ajustando o tempo de resposta de forma proporcional.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44568" y="19659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818888" y="2240280"/>
            <a:ext cx="822960" cy="822960"/>
          </a:xfrm>
          <a:prstGeom prst="ellipse">
            <a:avLst/>
          </a:prstGeom>
          <a:solidFill>
            <a:srgbClr val="2DD4BF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858" y="24542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multimídia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Bilhetes controlam a taxa de quadros: mais para o vídeo em foco, menos para os de segundo plano, como em experimentos clássicos.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449056" y="19659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171C26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723376" y="2240280"/>
            <a:ext cx="822960" cy="822960"/>
          </a:xfrm>
          <a:prstGeom prst="ellipse">
            <a:avLst/>
          </a:prstGeom>
          <a:solidFill>
            <a:srgbClr val="F5B82E"/>
          </a:solidFill>
          <a:ln/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346" y="24542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23376" y="324612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da CPU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723376" y="39776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mecanismo divide I/O, memória, travas e até banda de rede — sempre que vários concorrentes disputam um recurso limitado.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"obrigado"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6060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B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Lottery Scheduling = justiça + proporção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023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fino sobre a fração de CPU, sem starvation — e a settickets é a ponte entre o processo e o escalonador.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GBC045 · FACOM/UFU · Daniel, Eduarda, Gustavo, João e Pedro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1620</Words>
  <Application>Microsoft Office PowerPoint</Application>
  <PresentationFormat>Widescreen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Lottery Scheduling — settickets(int)</dc:title>
  <dc:subject>PptxGenJS Presentation</dc:subject>
  <dc:creator>Grupo GBC045</dc:creator>
  <cp:lastModifiedBy>Gustavo Martins</cp:lastModifiedBy>
  <cp:revision>2</cp:revision>
  <dcterms:created xsi:type="dcterms:W3CDTF">2026-06-09T04:50:01Z</dcterms:created>
  <dcterms:modified xsi:type="dcterms:W3CDTF">2026-06-09T15:07:57Z</dcterms:modified>
</cp:coreProperties>
</file>